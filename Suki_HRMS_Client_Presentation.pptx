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 HRMS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Operations Platform  |  Client Presentation  |  September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Suki HRMS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human resource &amp; payroll management platform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manufacturing and multi-location teams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Web-based, responsive, and secure company-scoped access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biometric attendance, payroll, and statutory compliance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that grows with your organization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Portal</a:t>
            </a:r>
            <a:endParaRPr lang="en-US" sz="2600" dirty="0"/>
          </a:p>
        </p:txBody>
      </p:sp>
      <p:pic>
        <p:nvPicPr>
          <p:cNvPr id="5" name="Image 0" descr="D:\HRMS\login-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188720"/>
            <a:ext cx="640080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937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https://hrms.sukierp.com/login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5394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 |  Company-scoped  |  JWT-secured sessions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12801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employee lifecycle: joining to exit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personal, contact, job profile, salary, CTC, assets, KYC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hierarchy and document management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code mapping and employee reference codes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Center with signature &amp; government documents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Workforce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device integration for punch data sync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monthly attendance views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Mispunch, permission, and leave workflows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Office finalization and approval flows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status and unmatched device ID tracking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Statutory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runs with one-click salary processing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ESI, PF, Professional Tax, Income Tax slabs configurable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components auto-applied per employee type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incentives and double machine incentives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payroll line adjustments and arrears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&amp; Organization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Companies, departments, designations, grades, levels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types, categories, salary components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Shifts, rotation plans, holiday master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masters, dropdown master, interview criteria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 and recruitment tracking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12801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Enhancements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Components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standalone Benefits master (no dependency on salary components)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components like Canteen Token, Petrol Allowance with code/name/amount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employees during creation or from their profile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Overview dashboard with KPI cards and employee counts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payroll salary-component mapping for earning/deduction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Attendance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biometric controller integration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scheduled sync every 8 hours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 fetch and attendance conversion pipeline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user ID matching with employee codes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status, history, and unmatched employee alerts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Attendance 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Per-day attendance columns for the full month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code vs reference code clearly separated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employee code, or reference code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designation, employee type filters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payable days and attendance status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/ PF Rate Components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Component-specific ESI and PF rate configuration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or INR calculation per salary component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components with calculation type and value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schema, migrations, and API support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stats counters and master pages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7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12801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Highlights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company admin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-&gt; Benefit Components: create/edit/delete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-&gt; Add Employee wizard with Benefits step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profile -&gt; Benefits tab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-&gt; Benefits Overview dashboard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-&gt; Monthly and Biometric views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per company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encryption for PAN, Aadhaar, bank details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deployment with sandboxed CI pipeline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and keys stored in environment files, never in image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migrations for safe database schema changes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feedback on Benefits workflow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payroll salary-component mapping for each benefit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biometric device network connectivity check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additional statutory reports and payslip templates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user training plan for HR and payroll teams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Suki ERP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Suki HRMS - Client Presentation</dc:title>
  <dc:subject>HRMS Modules &amp; Recent Enhancements</dc:subject>
  <dc:creator>Suki HRMS</dc:creator>
  <cp:lastModifiedBy>Suki HRMS</cp:lastModifiedBy>
  <cp:revision>1</cp:revision>
  <dcterms:created xsi:type="dcterms:W3CDTF">2026-09-12T05:39:48Z</dcterms:created>
  <dcterms:modified xsi:type="dcterms:W3CDTF">2026-09-12T05:39:48Z</dcterms:modified>
</cp:coreProperties>
</file>